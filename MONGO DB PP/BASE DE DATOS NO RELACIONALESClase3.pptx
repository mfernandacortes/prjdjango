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0" r:id="rId1"/>
  </p:sldMasterIdLst>
  <p:sldIdLst>
    <p:sldId id="261" r:id="rId2"/>
    <p:sldId id="268" r:id="rId3"/>
    <p:sldId id="257" r:id="rId4"/>
    <p:sldId id="259" r:id="rId5"/>
    <p:sldId id="265" r:id="rId6"/>
    <p:sldId id="258" r:id="rId7"/>
    <p:sldId id="266" r:id="rId8"/>
    <p:sldId id="267" r:id="rId9"/>
    <p:sldId id="269" r:id="rId10"/>
    <p:sldId id="271" r:id="rId11"/>
    <p:sldId id="270" r:id="rId12"/>
    <p:sldId id="272" r:id="rId13"/>
    <p:sldId id="273" r:id="rId14"/>
    <p:sldId id="275" r:id="rId15"/>
    <p:sldId id="277" r:id="rId16"/>
    <p:sldId id="276" r:id="rId17"/>
    <p:sldId id="278" r:id="rId18"/>
    <p:sldId id="279" r:id="rId19"/>
    <p:sldId id="280" r:id="rId20"/>
    <p:sldId id="281" r:id="rId21"/>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280596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65136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332469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802123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7797E52-8AE5-4EEF-8B29-0F8CBD918C32}" type="datetimeFigureOut">
              <a:rPr lang="es-AR" smtClean="0"/>
              <a:t>21/10/2019</a:t>
            </a:fld>
            <a:endParaRPr lang="es-AR"/>
          </a:p>
        </p:txBody>
      </p:sp>
      <p:sp>
        <p:nvSpPr>
          <p:cNvPr id="8" name="Footer Placeholder 7"/>
          <p:cNvSpPr>
            <a:spLocks noGrp="1"/>
          </p:cNvSpPr>
          <p:nvPr>
            <p:ph type="ftr" sz="quarter" idx="11"/>
          </p:nvPr>
        </p:nvSpPr>
        <p:spPr/>
        <p:txBody>
          <a:bodyPr/>
          <a:lstStyle/>
          <a:p>
            <a:endParaRPr lang="es-A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36849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E7797E52-8AE5-4EEF-8B29-0F8CBD918C32}" type="datetimeFigureOut">
              <a:rPr lang="es-AR" smtClean="0"/>
              <a:t>21/10/2019</a:t>
            </a:fld>
            <a:endParaRPr lang="es-AR"/>
          </a:p>
        </p:txBody>
      </p:sp>
      <p:sp>
        <p:nvSpPr>
          <p:cNvPr id="4" name="Footer Placeholder 3"/>
          <p:cNvSpPr>
            <a:spLocks noGrp="1"/>
          </p:cNvSpPr>
          <p:nvPr>
            <p:ph type="ftr" sz="quarter" idx="11"/>
          </p:nvPr>
        </p:nvSpPr>
        <p:spPr/>
        <p:txBody>
          <a:bodyPr/>
          <a:lstStyle/>
          <a:p>
            <a:endParaRPr lang="es-A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604724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97E52-8AE5-4EEF-8B29-0F8CBD918C32}" type="datetimeFigureOut">
              <a:rPr lang="es-AR" smtClean="0"/>
              <a:t>21/10/2019</a:t>
            </a:fld>
            <a:endParaRPr lang="es-AR"/>
          </a:p>
        </p:txBody>
      </p:sp>
      <p:sp>
        <p:nvSpPr>
          <p:cNvPr id="3" name="Footer Placeholder 2"/>
          <p:cNvSpPr>
            <a:spLocks noGrp="1"/>
          </p:cNvSpPr>
          <p:nvPr>
            <p:ph type="ftr" sz="quarter" idx="11"/>
          </p:nvPr>
        </p:nvSpPr>
        <p:spPr/>
        <p:txBody>
          <a:bodyPr/>
          <a:lstStyle/>
          <a:p>
            <a:endParaRPr lang="es-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560724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264840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49333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4015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01854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2550618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9937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068699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318361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389860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E7797E52-8AE5-4EEF-8B29-0F8CBD918C32}" type="datetimeFigureOut">
              <a:rPr lang="es-AR" smtClean="0"/>
              <a:t>21/10/2019</a:t>
            </a:fld>
            <a:endParaRPr lang="es-A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407C47A-39DC-4F2D-8073-9DDA60EF653A}" type="slidenum">
              <a:rPr lang="es-AR" smtClean="0"/>
              <a:t>‹Nº›</a:t>
            </a:fld>
            <a:endParaRPr lang="es-AR"/>
          </a:p>
        </p:txBody>
      </p:sp>
    </p:spTree>
    <p:extLst>
      <p:ext uri="{BB962C8B-B14F-4D97-AF65-F5344CB8AC3E}">
        <p14:creationId xmlns:p14="http://schemas.microsoft.com/office/powerpoint/2010/main" val="3948245029"/>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 id="214748393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116632"/>
            <a:ext cx="7772400" cy="1944216"/>
          </a:xfrm>
        </p:spPr>
        <p:txBody>
          <a:bodyPr>
            <a:normAutofit/>
          </a:bodyPr>
          <a:lstStyle/>
          <a:p>
            <a:r>
              <a:rPr lang="es-AR" sz="6000" dirty="0" smtClean="0"/>
              <a:t>BASE DE DATOS II</a:t>
            </a:r>
            <a:r>
              <a:rPr lang="es-AR" dirty="0" smtClean="0"/>
              <a:t/>
            </a:r>
            <a:br>
              <a:rPr lang="es-AR" dirty="0" smtClean="0"/>
            </a:br>
            <a:r>
              <a:rPr lang="es-AR" sz="4400" dirty="0" smtClean="0"/>
              <a:t>NO SQL</a:t>
            </a:r>
            <a:endParaRPr lang="es-AR" sz="4400" dirty="0"/>
          </a:p>
        </p:txBody>
      </p:sp>
      <p:sp>
        <p:nvSpPr>
          <p:cNvPr id="3" name="2 Subtítulo"/>
          <p:cNvSpPr>
            <a:spLocks noGrp="1"/>
          </p:cNvSpPr>
          <p:nvPr>
            <p:ph type="subTitle" idx="1"/>
          </p:nvPr>
        </p:nvSpPr>
        <p:spPr>
          <a:xfrm>
            <a:off x="971600" y="2276872"/>
            <a:ext cx="6400800" cy="3217912"/>
          </a:xfrm>
        </p:spPr>
        <p:txBody>
          <a:bodyPr/>
          <a:lstStyle/>
          <a:p>
            <a:r>
              <a:rPr lang="es-AR" dirty="0" smtClean="0"/>
              <a:t>Extensión </a:t>
            </a:r>
            <a:r>
              <a:rPr lang="es-AR" dirty="0"/>
              <a:t>Á</a:t>
            </a:r>
            <a:r>
              <a:rPr lang="es-AR" dirty="0" smtClean="0"/>
              <a:t>ulica Drago</a:t>
            </a:r>
          </a:p>
          <a:p>
            <a:r>
              <a:rPr lang="es-AR" dirty="0" smtClean="0"/>
              <a:t>Carrera: </a:t>
            </a:r>
            <a:r>
              <a:rPr lang="es-AR" dirty="0" err="1" smtClean="0"/>
              <a:t>tec.sup</a:t>
            </a:r>
            <a:r>
              <a:rPr lang="es-AR" dirty="0" smtClean="0"/>
              <a:t>. Des. de Software</a:t>
            </a:r>
          </a:p>
          <a:p>
            <a:r>
              <a:rPr lang="es-AR" dirty="0" smtClean="0"/>
              <a:t>Comisión 3°1° </a:t>
            </a:r>
          </a:p>
          <a:p>
            <a:r>
              <a:rPr lang="es-AR" dirty="0" smtClean="0"/>
              <a:t>Docente: ASC Cortés María Fernanda</a:t>
            </a:r>
            <a:endParaRPr lang="es-AR" dirty="0"/>
          </a:p>
        </p:txBody>
      </p:sp>
    </p:spTree>
    <p:extLst>
      <p:ext uri="{BB962C8B-B14F-4D97-AF65-F5344CB8AC3E}">
        <p14:creationId xmlns:p14="http://schemas.microsoft.com/office/powerpoint/2010/main" val="2041937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7499" y="590822"/>
            <a:ext cx="8064896" cy="1512596"/>
          </a:xfrm>
        </p:spPr>
        <p:txBody>
          <a:bodyPr>
            <a:normAutofit fontScale="90000"/>
          </a:bodyPr>
          <a:lstStyle/>
          <a:p>
            <a:r>
              <a:rPr lang="es-ES" dirty="0" smtClean="0"/>
              <a:t>BASES DE DATOS SQL Y NO SQL (RELACIONALES Y NO RELACIONALES)</a:t>
            </a:r>
            <a:endParaRPr lang="es-AR" dirty="0"/>
          </a:p>
        </p:txBody>
      </p:sp>
      <p:sp>
        <p:nvSpPr>
          <p:cNvPr id="3" name="Marcador de contenido 2"/>
          <p:cNvSpPr>
            <a:spLocks noGrp="1"/>
          </p:cNvSpPr>
          <p:nvPr>
            <p:ph sz="half" idx="1"/>
          </p:nvPr>
        </p:nvSpPr>
        <p:spPr>
          <a:xfrm>
            <a:off x="1259632" y="2136706"/>
            <a:ext cx="3197531" cy="3767397"/>
          </a:xfrm>
        </p:spPr>
        <p:txBody>
          <a:bodyPr>
            <a:normAutofit/>
          </a:bodyPr>
          <a:lstStyle/>
          <a:p>
            <a:r>
              <a:rPr lang="es-ES" dirty="0" smtClean="0"/>
              <a:t>SQL</a:t>
            </a:r>
          </a:p>
          <a:p>
            <a:pPr marL="0" indent="0">
              <a:buNone/>
            </a:pPr>
            <a:r>
              <a:rPr lang="es-ES" dirty="0"/>
              <a:t>Las bases de datos relacionales se basan en la organización de la información en partes pequeñas que se integran mediante identificadores</a:t>
            </a:r>
            <a:r>
              <a:rPr lang="es-ES" dirty="0" smtClean="0"/>
              <a:t>	</a:t>
            </a:r>
            <a:endParaRPr lang="es-AR" dirty="0"/>
          </a:p>
        </p:txBody>
      </p:sp>
      <p:sp>
        <p:nvSpPr>
          <p:cNvPr id="4" name="Marcador de contenido 3"/>
          <p:cNvSpPr>
            <a:spLocks noGrp="1"/>
          </p:cNvSpPr>
          <p:nvPr>
            <p:ph sz="half" idx="2"/>
          </p:nvPr>
        </p:nvSpPr>
        <p:spPr>
          <a:xfrm>
            <a:off x="4788024" y="2136706"/>
            <a:ext cx="3746377" cy="4604662"/>
          </a:xfrm>
        </p:spPr>
        <p:txBody>
          <a:bodyPr>
            <a:normAutofit/>
          </a:bodyPr>
          <a:lstStyle/>
          <a:p>
            <a:r>
              <a:rPr lang="es-ES" dirty="0" smtClean="0"/>
              <a:t>NO SQL</a:t>
            </a:r>
          </a:p>
          <a:p>
            <a:pPr marL="180000" indent="0">
              <a:buNone/>
            </a:pPr>
            <a:r>
              <a:rPr lang="es-ES" dirty="0"/>
              <a:t>S</a:t>
            </a:r>
            <a:r>
              <a:rPr lang="es-ES" dirty="0" smtClean="0"/>
              <a:t>on </a:t>
            </a:r>
            <a:r>
              <a:rPr lang="es-ES" dirty="0"/>
              <a:t>las que, a diferencia de las relacionales, no tienen un identificador que sirva de relación entre un conjunto de datos y otros. Como veremos, la información se organiza normalmente mediante documentos y es muy útil cuando no tenemos un esquema exacto de lo que se va a almacenar.</a:t>
            </a:r>
            <a:endParaRPr lang="es-AR" dirty="0"/>
          </a:p>
        </p:txBody>
      </p:sp>
    </p:spTree>
    <p:extLst>
      <p:ext uri="{BB962C8B-B14F-4D97-AF65-F5344CB8AC3E}">
        <p14:creationId xmlns:p14="http://schemas.microsoft.com/office/powerpoint/2010/main" val="252256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11560" y="332657"/>
            <a:ext cx="7772400" cy="1080120"/>
          </a:xfrm>
        </p:spPr>
        <p:txBody>
          <a:bodyPr>
            <a:normAutofit fontScale="90000"/>
          </a:bodyPr>
          <a:lstStyle/>
          <a:p>
            <a:r>
              <a:rPr lang="es-AR" dirty="0" smtClean="0"/>
              <a:t/>
            </a:r>
            <a:br>
              <a:rPr lang="es-AR" dirty="0" smtClean="0"/>
            </a:br>
            <a:endParaRPr lang="es-AR" dirty="0"/>
          </a:p>
        </p:txBody>
      </p:sp>
      <p:sp>
        <p:nvSpPr>
          <p:cNvPr id="3" name="2 Subtítulo"/>
          <p:cNvSpPr>
            <a:spLocks noGrp="1"/>
          </p:cNvSpPr>
          <p:nvPr>
            <p:ph type="subTitle" idx="1"/>
          </p:nvPr>
        </p:nvSpPr>
        <p:spPr>
          <a:xfrm>
            <a:off x="2195736" y="1772816"/>
            <a:ext cx="5608712" cy="1080120"/>
          </a:xfrm>
        </p:spPr>
        <p:txBody>
          <a:bodyPr>
            <a:normAutofit/>
          </a:bodyPr>
          <a:lstStyle/>
          <a:p>
            <a:endParaRPr lang="es-AR" dirty="0" smtClean="0"/>
          </a:p>
          <a:p>
            <a:endParaRPr lang="es-AR" dirty="0"/>
          </a:p>
          <a:p>
            <a:endParaRPr lang="es-AR" dirty="0" smtClean="0"/>
          </a:p>
        </p:txBody>
      </p:sp>
      <p:sp>
        <p:nvSpPr>
          <p:cNvPr id="4" name="Rectángulo 3"/>
          <p:cNvSpPr/>
          <p:nvPr/>
        </p:nvSpPr>
        <p:spPr>
          <a:xfrm>
            <a:off x="1619672" y="1196752"/>
            <a:ext cx="6552728" cy="2554545"/>
          </a:xfrm>
          <a:prstGeom prst="rect">
            <a:avLst/>
          </a:prstGeom>
        </p:spPr>
        <p:txBody>
          <a:bodyPr wrap="square">
            <a:spAutoFit/>
          </a:bodyPr>
          <a:lstStyle/>
          <a:p>
            <a:r>
              <a:rPr lang="es-ES" sz="3200" b="1" dirty="0">
                <a:solidFill>
                  <a:srgbClr val="6A6A6A"/>
                </a:solidFill>
                <a:latin typeface="arial" panose="020B0604020202020204" pitchFamily="34" charset="0"/>
              </a:rPr>
              <a:t>JSON</a:t>
            </a:r>
            <a:r>
              <a:rPr lang="es-ES" sz="3200" dirty="0">
                <a:solidFill>
                  <a:srgbClr val="545454"/>
                </a:solidFill>
                <a:latin typeface="arial" panose="020B0604020202020204" pitchFamily="34" charset="0"/>
              </a:rPr>
              <a:t> (acrónimo de JavaScript </a:t>
            </a:r>
            <a:r>
              <a:rPr lang="es-ES" sz="3200" dirty="0" err="1">
                <a:solidFill>
                  <a:srgbClr val="545454"/>
                </a:solidFill>
                <a:latin typeface="arial" panose="020B0604020202020204" pitchFamily="34" charset="0"/>
              </a:rPr>
              <a:t>Object</a:t>
            </a:r>
            <a:r>
              <a:rPr lang="es-ES" sz="3200" dirty="0">
                <a:solidFill>
                  <a:srgbClr val="545454"/>
                </a:solidFill>
                <a:latin typeface="arial" panose="020B0604020202020204" pitchFamily="34" charset="0"/>
              </a:rPr>
              <a:t> </a:t>
            </a:r>
            <a:r>
              <a:rPr lang="es-ES" sz="3200" dirty="0" err="1">
                <a:solidFill>
                  <a:srgbClr val="545454"/>
                </a:solidFill>
                <a:latin typeface="arial" panose="020B0604020202020204" pitchFamily="34" charset="0"/>
              </a:rPr>
              <a:t>Notation</a:t>
            </a:r>
            <a:r>
              <a:rPr lang="es-ES" sz="3200" dirty="0">
                <a:solidFill>
                  <a:srgbClr val="545454"/>
                </a:solidFill>
                <a:latin typeface="arial" panose="020B0604020202020204" pitchFamily="34" charset="0"/>
              </a:rPr>
              <a:t>, «notación de objeto de JavaScript») es un formato de texto sencillo para el intercambio de datos.</a:t>
            </a:r>
            <a:endParaRPr lang="es-AR" sz="3200" dirty="0"/>
          </a:p>
        </p:txBody>
      </p:sp>
    </p:spTree>
    <p:extLst>
      <p:ext uri="{BB962C8B-B14F-4D97-AF65-F5344CB8AC3E}">
        <p14:creationId xmlns:p14="http://schemas.microsoft.com/office/powerpoint/2010/main" val="1842058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692696"/>
            <a:ext cx="7200800" cy="1340767"/>
          </a:xfrm>
        </p:spPr>
        <p:txBody>
          <a:bodyPr>
            <a:normAutofit fontScale="90000"/>
          </a:bodyPr>
          <a:lstStyle/>
          <a:p>
            <a:r>
              <a:rPr lang="es-ES" sz="4400" b="1" dirty="0" smtClean="0"/>
              <a:t/>
            </a:r>
            <a:br>
              <a:rPr lang="es-ES" sz="4400" b="1" dirty="0" smtClean="0"/>
            </a:br>
            <a:r>
              <a:rPr lang="es-ES" sz="4400" b="1" dirty="0" smtClean="0"/>
              <a:t/>
            </a:r>
            <a:br>
              <a:rPr lang="es-ES" sz="4400" b="1" dirty="0" smtClean="0"/>
            </a:br>
            <a:r>
              <a:rPr lang="es-ES" sz="4400" b="1" dirty="0"/>
              <a:t/>
            </a:r>
            <a:br>
              <a:rPr lang="es-ES" sz="4400" b="1" dirty="0"/>
            </a:br>
            <a:r>
              <a:rPr lang="es-ES" sz="4400" b="1" dirty="0" smtClean="0"/>
              <a:t/>
            </a:r>
            <a:br>
              <a:rPr lang="es-ES" sz="4400" b="1" dirty="0" smtClean="0"/>
            </a:br>
            <a:r>
              <a:rPr lang="es-ES" sz="4400" b="1" dirty="0"/>
              <a:t/>
            </a:r>
            <a:br>
              <a:rPr lang="es-ES" sz="4400" b="1" dirty="0"/>
            </a:br>
            <a:r>
              <a:rPr lang="es-ES" sz="3600" b="1" dirty="0"/>
              <a:t>Que tipos de datos puede almacenar un JSON?</a:t>
            </a:r>
            <a:r>
              <a:rPr lang="es-ES" sz="3600" dirty="0"/>
              <a:t/>
            </a:r>
            <a:br>
              <a:rPr lang="es-ES" sz="3600" dirty="0"/>
            </a:br>
            <a:endParaRPr lang="es-AR" sz="3600" dirty="0"/>
          </a:p>
        </p:txBody>
      </p:sp>
      <p:sp>
        <p:nvSpPr>
          <p:cNvPr id="3" name="2 Subtítulo"/>
          <p:cNvSpPr>
            <a:spLocks noGrp="1"/>
          </p:cNvSpPr>
          <p:nvPr>
            <p:ph type="subTitle" idx="1"/>
          </p:nvPr>
        </p:nvSpPr>
        <p:spPr>
          <a:xfrm>
            <a:off x="1331640" y="2204864"/>
            <a:ext cx="6984776" cy="4536504"/>
          </a:xfrm>
        </p:spPr>
        <p:txBody>
          <a:bodyPr>
            <a:noAutofit/>
          </a:bodyPr>
          <a:lstStyle/>
          <a:p>
            <a:r>
              <a:rPr lang="es-ES" sz="2800" dirty="0" smtClean="0"/>
              <a:t>6 </a:t>
            </a:r>
            <a:r>
              <a:rPr lang="es-ES" sz="2800" dirty="0"/>
              <a:t>tipos de datos:</a:t>
            </a:r>
          </a:p>
          <a:p>
            <a:r>
              <a:rPr lang="es-ES" sz="2800" dirty="0"/>
              <a:t>cadenas</a:t>
            </a:r>
          </a:p>
          <a:p>
            <a:r>
              <a:rPr lang="es-ES" sz="2800" dirty="0"/>
              <a:t>números</a:t>
            </a:r>
          </a:p>
          <a:p>
            <a:r>
              <a:rPr lang="es-ES" sz="2800" dirty="0"/>
              <a:t>textos </a:t>
            </a:r>
            <a:r>
              <a:rPr lang="es-ES" sz="2800" dirty="0" err="1"/>
              <a:t>boolenaos</a:t>
            </a:r>
            <a:r>
              <a:rPr lang="es-ES" sz="2800" dirty="0"/>
              <a:t> (verdadero/falso)</a:t>
            </a:r>
          </a:p>
          <a:p>
            <a:r>
              <a:rPr lang="es-ES" sz="2800" dirty="0"/>
              <a:t>nulos</a:t>
            </a:r>
          </a:p>
          <a:p>
            <a:r>
              <a:rPr lang="es-ES" sz="2800" dirty="0" err="1"/>
              <a:t>arrays</a:t>
            </a:r>
            <a:endParaRPr lang="es-ES" sz="2800" dirty="0"/>
          </a:p>
          <a:p>
            <a:r>
              <a:rPr lang="es-ES" sz="2800" dirty="0"/>
              <a:t>objetos/documentos</a:t>
            </a:r>
          </a:p>
          <a:p>
            <a:endParaRPr lang="es-AR" sz="3200" dirty="0"/>
          </a:p>
        </p:txBody>
      </p:sp>
    </p:spTree>
    <p:extLst>
      <p:ext uri="{BB962C8B-B14F-4D97-AF65-F5344CB8AC3E}">
        <p14:creationId xmlns:p14="http://schemas.microsoft.com/office/powerpoint/2010/main" val="223172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5576" y="332656"/>
            <a:ext cx="7992888" cy="1470025"/>
          </a:xfrm>
        </p:spPr>
        <p:txBody>
          <a:bodyPr>
            <a:normAutofit/>
          </a:bodyPr>
          <a:lstStyle/>
          <a:p>
            <a:r>
              <a:rPr lang="es-AR" sz="4400" dirty="0" smtClean="0"/>
              <a:t>Colecciones</a:t>
            </a:r>
            <a:endParaRPr lang="es-AR" sz="4400" dirty="0"/>
          </a:p>
        </p:txBody>
      </p:sp>
      <p:sp>
        <p:nvSpPr>
          <p:cNvPr id="3" name="2 Subtítulo"/>
          <p:cNvSpPr>
            <a:spLocks noGrp="1"/>
          </p:cNvSpPr>
          <p:nvPr>
            <p:ph type="subTitle" idx="1"/>
          </p:nvPr>
        </p:nvSpPr>
        <p:spPr>
          <a:xfrm>
            <a:off x="1619672" y="2348880"/>
            <a:ext cx="7272808" cy="4104456"/>
          </a:xfrm>
        </p:spPr>
        <p:txBody>
          <a:bodyPr/>
          <a:lstStyle/>
          <a:p>
            <a:r>
              <a:rPr lang="es-ES" dirty="0" smtClean="0"/>
              <a:t>COLECCIONES: (tabla </a:t>
            </a:r>
            <a:r>
              <a:rPr lang="es-ES" dirty="0" err="1" smtClean="0"/>
              <a:t>sql</a:t>
            </a:r>
            <a:r>
              <a:rPr lang="es-ES" dirty="0" smtClean="0"/>
              <a:t>) </a:t>
            </a:r>
          </a:p>
          <a:p>
            <a:r>
              <a:rPr lang="es-ES" dirty="0" smtClean="0"/>
              <a:t>Conjunto </a:t>
            </a:r>
            <a:r>
              <a:rPr lang="es-ES" dirty="0"/>
              <a:t>de </a:t>
            </a:r>
            <a:r>
              <a:rPr lang="es-ES" dirty="0" smtClean="0"/>
              <a:t>documentos de </a:t>
            </a:r>
            <a:r>
              <a:rPr lang="es-ES" dirty="0"/>
              <a:t>un mismo tipo, todos los usuarios, productos, </a:t>
            </a:r>
            <a:r>
              <a:rPr lang="es-ES" dirty="0" smtClean="0"/>
              <a:t>personas, </a:t>
            </a:r>
            <a:r>
              <a:rPr lang="es-ES" dirty="0" err="1" smtClean="0"/>
              <a:t>etc</a:t>
            </a:r>
            <a:r>
              <a:rPr lang="es-ES" dirty="0" smtClean="0"/>
              <a:t> </a:t>
            </a:r>
            <a:endParaRPr lang="es-ES" dirty="0"/>
          </a:p>
          <a:p>
            <a:endParaRPr lang="es-ES" dirty="0"/>
          </a:p>
          <a:p>
            <a:endParaRPr lang="es-AR" dirty="0"/>
          </a:p>
        </p:txBody>
      </p:sp>
    </p:spTree>
    <p:extLst>
      <p:ext uri="{BB962C8B-B14F-4D97-AF65-F5344CB8AC3E}">
        <p14:creationId xmlns:p14="http://schemas.microsoft.com/office/powerpoint/2010/main" val="359479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79512" y="332656"/>
            <a:ext cx="8348464" cy="1470025"/>
          </a:xfrm>
        </p:spPr>
        <p:txBody>
          <a:bodyPr>
            <a:normAutofit/>
          </a:bodyPr>
          <a:lstStyle/>
          <a:p>
            <a:r>
              <a:rPr lang="es-AR" sz="3600" dirty="0" smtClean="0"/>
              <a:t>DOCUMENTOS</a:t>
            </a:r>
            <a:endParaRPr lang="es-AR" sz="3600" dirty="0"/>
          </a:p>
        </p:txBody>
      </p:sp>
      <p:sp>
        <p:nvSpPr>
          <p:cNvPr id="3" name="2 Subtítulo"/>
          <p:cNvSpPr>
            <a:spLocks noGrp="1"/>
          </p:cNvSpPr>
          <p:nvPr>
            <p:ph type="subTitle" idx="1"/>
          </p:nvPr>
        </p:nvSpPr>
        <p:spPr>
          <a:xfrm>
            <a:off x="1475656" y="2132856"/>
            <a:ext cx="7416824" cy="4320480"/>
          </a:xfrm>
        </p:spPr>
        <p:txBody>
          <a:bodyPr/>
          <a:lstStyle/>
          <a:p>
            <a:r>
              <a:rPr lang="es-ES" dirty="0"/>
              <a:t>DOCUMENTOS: (registros  </a:t>
            </a:r>
            <a:r>
              <a:rPr lang="es-ES" dirty="0" err="1"/>
              <a:t>sql</a:t>
            </a:r>
            <a:r>
              <a:rPr lang="es-ES" dirty="0"/>
              <a:t>)</a:t>
            </a:r>
          </a:p>
          <a:p>
            <a:r>
              <a:rPr lang="es-ES" dirty="0"/>
              <a:t>descripción de un objeto de la vida real</a:t>
            </a:r>
          </a:p>
          <a:p>
            <a:r>
              <a:rPr lang="es-ES" dirty="0"/>
              <a:t>Conjunto de pares claves-valor</a:t>
            </a:r>
          </a:p>
          <a:p>
            <a:endParaRPr lang="es-AR" dirty="0"/>
          </a:p>
        </p:txBody>
      </p:sp>
    </p:spTree>
    <p:extLst>
      <p:ext uri="{BB962C8B-B14F-4D97-AF65-F5344CB8AC3E}">
        <p14:creationId xmlns:p14="http://schemas.microsoft.com/office/powerpoint/2010/main" val="233166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PARES-VALOR</a:t>
            </a:r>
            <a:endParaRPr lang="es-ES" dirty="0"/>
          </a:p>
        </p:txBody>
      </p:sp>
      <p:sp>
        <p:nvSpPr>
          <p:cNvPr id="3" name="2 Marcador de texto"/>
          <p:cNvSpPr>
            <a:spLocks noGrp="1"/>
          </p:cNvSpPr>
          <p:nvPr>
            <p:ph type="body" idx="1"/>
          </p:nvPr>
        </p:nvSpPr>
        <p:spPr>
          <a:xfrm>
            <a:off x="1942415" y="2924944"/>
            <a:ext cx="6591985" cy="2984966"/>
          </a:xfrm>
        </p:spPr>
        <p:txBody>
          <a:bodyPr/>
          <a:lstStyle/>
          <a:p>
            <a:r>
              <a:rPr lang="es-ES" dirty="0"/>
              <a:t>“cedula”:”2222222”,</a:t>
            </a:r>
          </a:p>
        </p:txBody>
      </p:sp>
    </p:spTree>
    <p:extLst>
      <p:ext uri="{BB962C8B-B14F-4D97-AF65-F5344CB8AC3E}">
        <p14:creationId xmlns:p14="http://schemas.microsoft.com/office/powerpoint/2010/main" val="179861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39752" y="24943"/>
            <a:ext cx="5834608" cy="2027312"/>
          </a:xfrm>
        </p:spPr>
        <p:txBody>
          <a:bodyPr>
            <a:normAutofit/>
          </a:bodyPr>
          <a:lstStyle/>
          <a:p>
            <a:r>
              <a:rPr lang="es-ES" sz="1800" dirty="0" smtClean="0"/>
              <a:t>COMANDOS MONGODB</a:t>
            </a:r>
            <a:endParaRPr lang="es-ES" sz="1800" dirty="0"/>
          </a:p>
        </p:txBody>
      </p:sp>
      <p:sp>
        <p:nvSpPr>
          <p:cNvPr id="3" name="2 Marcador de texto"/>
          <p:cNvSpPr>
            <a:spLocks noGrp="1"/>
          </p:cNvSpPr>
          <p:nvPr>
            <p:ph type="body" idx="1"/>
          </p:nvPr>
        </p:nvSpPr>
        <p:spPr>
          <a:xfrm>
            <a:off x="1115616" y="1556792"/>
            <a:ext cx="7704855" cy="5040560"/>
          </a:xfrm>
        </p:spPr>
        <p:txBody>
          <a:bodyPr>
            <a:normAutofit/>
          </a:bodyPr>
          <a:lstStyle/>
          <a:p>
            <a:r>
              <a:rPr lang="es-ES" dirty="0"/>
              <a:t>CREAR BASE DE DATOS:</a:t>
            </a:r>
          </a:p>
          <a:p>
            <a:r>
              <a:rPr lang="es-ES" dirty="0"/>
              <a:t>Use </a:t>
            </a:r>
            <a:r>
              <a:rPr lang="es-ES" dirty="0" err="1"/>
              <a:t>biblio</a:t>
            </a:r>
            <a:r>
              <a:rPr lang="es-ES" dirty="0"/>
              <a:t>: </a:t>
            </a:r>
          </a:p>
          <a:p>
            <a:r>
              <a:rPr lang="es-ES" dirty="0"/>
              <a:t>Show </a:t>
            </a:r>
            <a:r>
              <a:rPr lang="es-ES" dirty="0" err="1"/>
              <a:t>dbs</a:t>
            </a:r>
            <a:r>
              <a:rPr lang="es-ES" dirty="0"/>
              <a:t>: va a mostrar las bases de datos creadas</a:t>
            </a:r>
          </a:p>
          <a:p>
            <a:r>
              <a:rPr lang="es-ES" dirty="0"/>
              <a:t>La base de datos que fuera creada recién no la va a mostrar porque está vacía, hay que llenarla:</a:t>
            </a:r>
          </a:p>
          <a:p>
            <a:r>
              <a:rPr lang="es-ES" dirty="0"/>
              <a:t>Para llenarla se realiza de la siguiente manera:</a:t>
            </a:r>
          </a:p>
          <a:p>
            <a:r>
              <a:rPr lang="es-ES" b="1" dirty="0"/>
              <a:t>Vamos a crear una colección y vamos a insertar un documento en la misma sentencia:</a:t>
            </a:r>
            <a:endParaRPr lang="es-ES" dirty="0"/>
          </a:p>
          <a:p>
            <a:r>
              <a:rPr lang="es-ES" dirty="0" err="1"/>
              <a:t>Db.usuarios.insert</a:t>
            </a:r>
            <a:r>
              <a:rPr lang="es-ES" dirty="0"/>
              <a:t>({</a:t>
            </a:r>
          </a:p>
          <a:p>
            <a:r>
              <a:rPr lang="es-ES" dirty="0"/>
              <a:t>	“cedula”:”2222222”,</a:t>
            </a:r>
          </a:p>
          <a:p>
            <a:r>
              <a:rPr lang="es-ES" dirty="0"/>
              <a:t>	“nombre”: “Juan”,</a:t>
            </a:r>
          </a:p>
          <a:p>
            <a:r>
              <a:rPr lang="es-ES" dirty="0"/>
              <a:t>	“apellido”:”</a:t>
            </a:r>
            <a:r>
              <a:rPr lang="es-ES" dirty="0" err="1"/>
              <a:t>perez</a:t>
            </a:r>
            <a:r>
              <a:rPr lang="es-ES" dirty="0"/>
              <a:t>”</a:t>
            </a:r>
          </a:p>
          <a:p>
            <a:r>
              <a:rPr lang="es-ES" dirty="0"/>
              <a:t>})</a:t>
            </a:r>
          </a:p>
          <a:p>
            <a:endParaRPr lang="es-ES" dirty="0"/>
          </a:p>
        </p:txBody>
      </p:sp>
    </p:spTree>
    <p:extLst>
      <p:ext uri="{BB962C8B-B14F-4D97-AF65-F5344CB8AC3E}">
        <p14:creationId xmlns:p14="http://schemas.microsoft.com/office/powerpoint/2010/main" val="881521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SQL Y NO SQL</a:t>
            </a:r>
            <a:endParaRPr lang="es-AR" dirty="0"/>
          </a:p>
        </p:txBody>
      </p:sp>
      <p:sp>
        <p:nvSpPr>
          <p:cNvPr id="3" name="Marcador de contenido 2"/>
          <p:cNvSpPr>
            <a:spLocks noGrp="1"/>
          </p:cNvSpPr>
          <p:nvPr>
            <p:ph sz="half" idx="1"/>
          </p:nvPr>
        </p:nvSpPr>
        <p:spPr/>
        <p:txBody>
          <a:bodyPr/>
          <a:lstStyle/>
          <a:p>
            <a:pPr marL="0" indent="0">
              <a:buNone/>
            </a:pPr>
            <a:r>
              <a:rPr lang="es-ES" dirty="0" smtClean="0"/>
              <a:t>		SQL</a:t>
            </a:r>
          </a:p>
          <a:p>
            <a:pPr>
              <a:buFont typeface="Arial" panose="020B0604020202020204" pitchFamily="34" charset="0"/>
              <a:buChar char="•"/>
            </a:pPr>
            <a:r>
              <a:rPr lang="es-ES" dirty="0" smtClean="0"/>
              <a:t>Tablas</a:t>
            </a:r>
          </a:p>
          <a:p>
            <a:pPr>
              <a:buFont typeface="Arial" panose="020B0604020202020204" pitchFamily="34" charset="0"/>
              <a:buChar char="•"/>
            </a:pPr>
            <a:r>
              <a:rPr lang="es-ES" dirty="0" smtClean="0"/>
              <a:t>Registros</a:t>
            </a:r>
          </a:p>
          <a:p>
            <a:pPr>
              <a:buFont typeface="Arial" panose="020B0604020202020204" pitchFamily="34" charset="0"/>
              <a:buChar char="•"/>
            </a:pPr>
            <a:r>
              <a:rPr lang="es-ES" dirty="0" smtClean="0"/>
              <a:t>Campos-datos</a:t>
            </a:r>
            <a:endParaRPr lang="es-AR" dirty="0"/>
          </a:p>
        </p:txBody>
      </p:sp>
      <p:sp>
        <p:nvSpPr>
          <p:cNvPr id="4" name="Marcador de contenido 3"/>
          <p:cNvSpPr>
            <a:spLocks noGrp="1"/>
          </p:cNvSpPr>
          <p:nvPr>
            <p:ph sz="half" idx="2"/>
          </p:nvPr>
        </p:nvSpPr>
        <p:spPr/>
        <p:txBody>
          <a:bodyPr/>
          <a:lstStyle/>
          <a:p>
            <a:pPr marL="0" indent="0">
              <a:buNone/>
            </a:pPr>
            <a:r>
              <a:rPr lang="es-ES" dirty="0" smtClean="0"/>
              <a:t> 		NO SQL</a:t>
            </a:r>
          </a:p>
          <a:p>
            <a:pPr>
              <a:buFont typeface="Arial" panose="020B0604020202020204" pitchFamily="34" charset="0"/>
              <a:buChar char="•"/>
            </a:pPr>
            <a:r>
              <a:rPr lang="es-ES" dirty="0" smtClean="0"/>
              <a:t>Colecciones</a:t>
            </a:r>
          </a:p>
          <a:p>
            <a:pPr>
              <a:buFont typeface="Arial" panose="020B0604020202020204" pitchFamily="34" charset="0"/>
              <a:buChar char="•"/>
            </a:pPr>
            <a:r>
              <a:rPr lang="es-ES" dirty="0" smtClean="0"/>
              <a:t>Documentos</a:t>
            </a:r>
          </a:p>
          <a:p>
            <a:pPr>
              <a:buFont typeface="Arial" panose="020B0604020202020204" pitchFamily="34" charset="0"/>
              <a:buChar char="•"/>
            </a:pPr>
            <a:r>
              <a:rPr lang="es-ES" dirty="0" smtClean="0"/>
              <a:t>Pares-valor</a:t>
            </a:r>
            <a:endParaRPr lang="es-AR" dirty="0"/>
          </a:p>
        </p:txBody>
      </p:sp>
    </p:spTree>
    <p:extLst>
      <p:ext uri="{BB962C8B-B14F-4D97-AF65-F5344CB8AC3E}">
        <p14:creationId xmlns:p14="http://schemas.microsoft.com/office/powerpoint/2010/main" val="90551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Crear una colección de manera explícita</a:t>
            </a:r>
            <a:endParaRPr lang="es-AR" dirty="0"/>
          </a:p>
        </p:txBody>
      </p:sp>
      <p:sp>
        <p:nvSpPr>
          <p:cNvPr id="3" name="Marcador de contenido 2"/>
          <p:cNvSpPr>
            <a:spLocks noGrp="1"/>
          </p:cNvSpPr>
          <p:nvPr>
            <p:ph idx="1"/>
          </p:nvPr>
        </p:nvSpPr>
        <p:spPr>
          <a:xfrm>
            <a:off x="467544" y="2133600"/>
            <a:ext cx="8676455" cy="3777622"/>
          </a:xfrm>
        </p:spPr>
        <p:txBody>
          <a:bodyPr>
            <a:normAutofit/>
          </a:bodyPr>
          <a:lstStyle/>
          <a:p>
            <a:pPr marL="0" indent="0">
              <a:buNone/>
            </a:pPr>
            <a:r>
              <a:rPr lang="es-ES" sz="4400" dirty="0" err="1"/>
              <a:t>Db.createCollection</a:t>
            </a:r>
            <a:r>
              <a:rPr lang="es-ES" sz="4400" dirty="0"/>
              <a:t>(“socios”)</a:t>
            </a:r>
            <a:endParaRPr lang="es-AR" sz="4400" dirty="0"/>
          </a:p>
        </p:txBody>
      </p:sp>
    </p:spTree>
    <p:extLst>
      <p:ext uri="{BB962C8B-B14F-4D97-AF65-F5344CB8AC3E}">
        <p14:creationId xmlns:p14="http://schemas.microsoft.com/office/powerpoint/2010/main" val="1572899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smtClean="0"/>
              <a:t>Insertar documentos:</a:t>
            </a:r>
            <a:endParaRPr lang="es-AR" dirty="0"/>
          </a:p>
        </p:txBody>
      </p:sp>
      <p:sp>
        <p:nvSpPr>
          <p:cNvPr id="5" name="Marcador de contenido 4"/>
          <p:cNvSpPr>
            <a:spLocks noGrp="1"/>
          </p:cNvSpPr>
          <p:nvPr>
            <p:ph idx="1"/>
          </p:nvPr>
        </p:nvSpPr>
        <p:spPr/>
        <p:txBody>
          <a:bodyPr/>
          <a:lstStyle/>
          <a:p>
            <a:r>
              <a:rPr lang="es-ES" dirty="0" smtClean="0"/>
              <a:t>Ejemplo: vamos a insertar un documento en la colección socios, y se pasan por parámetro los datos:</a:t>
            </a:r>
          </a:p>
          <a:p>
            <a:pPr marL="0" indent="0">
              <a:buNone/>
            </a:pPr>
            <a:r>
              <a:rPr lang="es-ES" dirty="0" err="1"/>
              <a:t>db.socios.insert</a:t>
            </a:r>
            <a:r>
              <a:rPr lang="es-ES" dirty="0"/>
              <a:t>({</a:t>
            </a:r>
            <a:endParaRPr lang="es-AR" dirty="0"/>
          </a:p>
          <a:p>
            <a:pPr marL="0" indent="0">
              <a:buNone/>
            </a:pPr>
            <a:r>
              <a:rPr lang="es-ES" dirty="0" smtClean="0"/>
              <a:t>	“</a:t>
            </a:r>
            <a:r>
              <a:rPr lang="es-ES" dirty="0"/>
              <a:t>cedula”:”22222222”,</a:t>
            </a:r>
            <a:endParaRPr lang="es-AR" dirty="0"/>
          </a:p>
          <a:p>
            <a:pPr marL="0" indent="0">
              <a:buNone/>
            </a:pPr>
            <a:r>
              <a:rPr lang="es-ES" dirty="0" smtClean="0"/>
              <a:t>	“</a:t>
            </a:r>
            <a:r>
              <a:rPr lang="es-ES" dirty="0" err="1"/>
              <a:t>nombre”:”Brad</a:t>
            </a:r>
            <a:r>
              <a:rPr lang="es-ES" dirty="0"/>
              <a:t>”,</a:t>
            </a:r>
            <a:endParaRPr lang="es-AR" dirty="0"/>
          </a:p>
          <a:p>
            <a:pPr marL="0" indent="0">
              <a:buNone/>
            </a:pPr>
            <a:r>
              <a:rPr lang="es-ES" dirty="0" smtClean="0"/>
              <a:t>	“</a:t>
            </a:r>
            <a:r>
              <a:rPr lang="es-ES" dirty="0" err="1"/>
              <a:t>apellido”:”Pitt</a:t>
            </a:r>
            <a:r>
              <a:rPr lang="es-ES" dirty="0"/>
              <a:t>”</a:t>
            </a:r>
            <a:endParaRPr lang="es-AR" dirty="0"/>
          </a:p>
          <a:p>
            <a:pPr marL="0" indent="0">
              <a:buNone/>
            </a:pPr>
            <a:r>
              <a:rPr lang="es-ES" dirty="0"/>
              <a:t>})</a:t>
            </a:r>
            <a:endParaRPr lang="es-AR" dirty="0"/>
          </a:p>
          <a:p>
            <a:endParaRPr lang="es-AR" dirty="0"/>
          </a:p>
        </p:txBody>
      </p:sp>
    </p:spTree>
    <p:extLst>
      <p:ext uri="{BB962C8B-B14F-4D97-AF65-F5344CB8AC3E}">
        <p14:creationId xmlns:p14="http://schemas.microsoft.com/office/powerpoint/2010/main" val="1274215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Eliminar colección</a:t>
            </a:r>
            <a:endParaRPr lang="es-AR" dirty="0"/>
          </a:p>
        </p:txBody>
      </p:sp>
      <p:sp>
        <p:nvSpPr>
          <p:cNvPr id="3" name="Marcador de contenido 2"/>
          <p:cNvSpPr>
            <a:spLocks noGrp="1"/>
          </p:cNvSpPr>
          <p:nvPr>
            <p:ph idx="1"/>
          </p:nvPr>
        </p:nvSpPr>
        <p:spPr/>
        <p:txBody>
          <a:bodyPr/>
          <a:lstStyle/>
          <a:p>
            <a:pPr marL="0" indent="0">
              <a:buNone/>
            </a:pPr>
            <a:r>
              <a:rPr lang="es-ES" dirty="0" err="1" smtClean="0"/>
              <a:t>Db.NombreColección.drop</a:t>
            </a:r>
            <a:r>
              <a:rPr lang="es-ES" dirty="0" smtClean="0"/>
              <a:t>()</a:t>
            </a:r>
          </a:p>
          <a:p>
            <a:pPr marL="0" indent="0">
              <a:buNone/>
            </a:pPr>
            <a:endParaRPr lang="es-ES" dirty="0"/>
          </a:p>
          <a:p>
            <a:pPr marL="0" indent="0">
              <a:buNone/>
            </a:pPr>
            <a:r>
              <a:rPr lang="es-ES" dirty="0" smtClean="0"/>
              <a:t>Elimina la colección completa</a:t>
            </a:r>
            <a:endParaRPr lang="es-AR" dirty="0"/>
          </a:p>
        </p:txBody>
      </p:sp>
    </p:spTree>
    <p:extLst>
      <p:ext uri="{BB962C8B-B14F-4D97-AF65-F5344CB8AC3E}">
        <p14:creationId xmlns:p14="http://schemas.microsoft.com/office/powerpoint/2010/main" val="90302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Eliminar </a:t>
            </a:r>
            <a:r>
              <a:rPr lang="es-ES" dirty="0" err="1" smtClean="0"/>
              <a:t>documeto</a:t>
            </a:r>
            <a:endParaRPr lang="es-AR" dirty="0"/>
          </a:p>
        </p:txBody>
      </p:sp>
      <p:sp>
        <p:nvSpPr>
          <p:cNvPr id="3" name="Marcador de contenido 2"/>
          <p:cNvSpPr>
            <a:spLocks noGrp="1"/>
          </p:cNvSpPr>
          <p:nvPr>
            <p:ph idx="1"/>
          </p:nvPr>
        </p:nvSpPr>
        <p:spPr>
          <a:xfrm>
            <a:off x="1942415" y="2133600"/>
            <a:ext cx="6591985" cy="4391744"/>
          </a:xfrm>
        </p:spPr>
        <p:txBody>
          <a:bodyPr>
            <a:normAutofit lnSpcReduction="10000"/>
          </a:bodyPr>
          <a:lstStyle/>
          <a:p>
            <a:r>
              <a:rPr lang="es-AR" b="1" dirty="0" err="1" smtClean="0"/>
              <a:t>db.socios.remove</a:t>
            </a:r>
            <a:r>
              <a:rPr lang="es-AR" b="1" dirty="0"/>
              <a:t>({“cedula” : “123456</a:t>
            </a:r>
            <a:r>
              <a:rPr lang="es-AR" b="1" dirty="0" smtClean="0"/>
              <a:t>”});</a:t>
            </a:r>
          </a:p>
          <a:p>
            <a:pPr marL="0" indent="0">
              <a:buNone/>
            </a:pPr>
            <a:endParaRPr lang="es-ES" dirty="0" smtClean="0"/>
          </a:p>
          <a:p>
            <a:pPr marL="0" indent="0">
              <a:buNone/>
            </a:pPr>
            <a:r>
              <a:rPr lang="es-ES" b="1" dirty="0" smtClean="0"/>
              <a:t>Se </a:t>
            </a:r>
            <a:r>
              <a:rPr lang="es-ES" b="1" dirty="0" smtClean="0"/>
              <a:t>pasan los parámetros correspondientes, se pasa un par-valor y elimina todo el </a:t>
            </a:r>
            <a:r>
              <a:rPr lang="es-ES" b="1" dirty="0" smtClean="0"/>
              <a:t>documento</a:t>
            </a:r>
          </a:p>
          <a:p>
            <a:pPr marL="0" indent="0">
              <a:buNone/>
            </a:pPr>
            <a:r>
              <a:rPr lang="es-ES" dirty="0"/>
              <a:t>Para eliminar datos de nuestra colección, utilizaremos el comando </a:t>
            </a:r>
            <a:r>
              <a:rPr lang="es-ES" i="1" dirty="0" err="1"/>
              <a:t>remove</a:t>
            </a:r>
            <a:r>
              <a:rPr lang="es-ES" dirty="0"/>
              <a:t>. Este comando recibe como parámetro la consulta que se utilizará para filtrar los documentos que se borrarán. Si no especificamos ninguna consulta, se eliminarán todos los datos de la colección. Como podéis ver el comportamiento es muy similar al de una operación </a:t>
            </a:r>
            <a:r>
              <a:rPr lang="es-ES" i="1" dirty="0"/>
              <a:t>DELETE</a:t>
            </a:r>
            <a:r>
              <a:rPr lang="es-ES" dirty="0"/>
              <a:t> de una base de datos relacional. Si no especificamos un filtro con la sentencia </a:t>
            </a:r>
            <a:r>
              <a:rPr lang="es-ES" i="1" dirty="0"/>
              <a:t>WHERE</a:t>
            </a:r>
            <a:r>
              <a:rPr lang="es-ES" dirty="0"/>
              <a:t> se borrarán todos los datos de la tabla</a:t>
            </a:r>
            <a:r>
              <a:rPr lang="es-ES" dirty="0" smtClean="0"/>
              <a:t>.</a:t>
            </a:r>
          </a:p>
          <a:p>
            <a:pPr marL="0" indent="0">
              <a:buNone/>
            </a:pPr>
            <a:r>
              <a:rPr lang="es-AR" b="1" dirty="0" err="1"/>
              <a:t>db.socios.remove</a:t>
            </a:r>
            <a:r>
              <a:rPr lang="es-AR" b="1" dirty="0" smtClean="0"/>
              <a:t>({});</a:t>
            </a:r>
            <a:endParaRPr lang="es-AR" b="1" dirty="0"/>
          </a:p>
          <a:p>
            <a:pPr marL="0" indent="0">
              <a:buNone/>
            </a:pPr>
            <a:endParaRPr lang="es-ES" b="1" dirty="0"/>
          </a:p>
        </p:txBody>
      </p:sp>
    </p:spTree>
    <p:extLst>
      <p:ext uri="{BB962C8B-B14F-4D97-AF65-F5344CB8AC3E}">
        <p14:creationId xmlns:p14="http://schemas.microsoft.com/office/powerpoint/2010/main" val="35756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75657" y="260648"/>
            <a:ext cx="7058744" cy="1644352"/>
          </a:xfrm>
        </p:spPr>
        <p:txBody>
          <a:bodyPr>
            <a:normAutofit fontScale="90000"/>
          </a:bodyPr>
          <a:lstStyle/>
          <a:p>
            <a:r>
              <a:rPr lang="es-ES" dirty="0" smtClean="0"/>
              <a:t>Insertar dos documentos en la colección Productos:</a:t>
            </a:r>
            <a:br>
              <a:rPr lang="es-ES" dirty="0" smtClean="0"/>
            </a:br>
            <a:endParaRPr lang="es-AR" dirty="0"/>
          </a:p>
        </p:txBody>
      </p:sp>
      <p:sp>
        <p:nvSpPr>
          <p:cNvPr id="3" name="Marcador de contenido 2"/>
          <p:cNvSpPr>
            <a:spLocks noGrp="1"/>
          </p:cNvSpPr>
          <p:nvPr>
            <p:ph idx="1"/>
          </p:nvPr>
        </p:nvSpPr>
        <p:spPr>
          <a:xfrm>
            <a:off x="1259632" y="1340768"/>
            <a:ext cx="7884368" cy="5517232"/>
          </a:xfrm>
        </p:spPr>
        <p:txBody>
          <a:bodyPr>
            <a:noAutofit/>
          </a:bodyPr>
          <a:lstStyle/>
          <a:p>
            <a:pPr marL="0" indent="0">
              <a:buNone/>
            </a:pPr>
            <a:r>
              <a:rPr lang="es-ES" sz="2000" dirty="0" smtClean="0"/>
              <a:t>Permite insertar varios documentos JSON. Pasamos como parámetro un </a:t>
            </a:r>
            <a:r>
              <a:rPr lang="es-ES" sz="2000" dirty="0" err="1" smtClean="0"/>
              <a:t>array</a:t>
            </a:r>
            <a:r>
              <a:rPr lang="es-ES" sz="2000" dirty="0" smtClean="0"/>
              <a:t> de documentos: </a:t>
            </a:r>
            <a:r>
              <a:rPr lang="es-ES" sz="2000" dirty="0" err="1" smtClean="0"/>
              <a:t>Ej</a:t>
            </a:r>
            <a:r>
              <a:rPr lang="es-ES" sz="2000" dirty="0" smtClean="0"/>
              <a:t>:</a:t>
            </a:r>
          </a:p>
          <a:p>
            <a:pPr marL="0" indent="0">
              <a:buNone/>
            </a:pPr>
            <a:endParaRPr lang="es-ES" sz="2000" dirty="0" smtClean="0"/>
          </a:p>
          <a:p>
            <a:pPr marL="0" indent="0">
              <a:buNone/>
            </a:pPr>
            <a:r>
              <a:rPr lang="es-ES" sz="2000" dirty="0" err="1" smtClean="0"/>
              <a:t>db.productos.insert</a:t>
            </a:r>
            <a:r>
              <a:rPr lang="es-ES" sz="2000" dirty="0"/>
              <a:t>([</a:t>
            </a:r>
          </a:p>
          <a:p>
            <a:pPr marL="0" indent="0">
              <a:buNone/>
            </a:pPr>
            <a:r>
              <a:rPr lang="es-ES" sz="2000" dirty="0"/>
              <a:t>	</a:t>
            </a:r>
            <a:r>
              <a:rPr lang="es-ES" sz="2000" dirty="0" smtClean="0"/>
              <a:t>{</a:t>
            </a:r>
            <a:r>
              <a:rPr lang="es-ES" sz="2000" dirty="0" err="1"/>
              <a:t>nombre:"mesa</a:t>
            </a:r>
            <a:r>
              <a:rPr lang="es-ES" sz="2000" dirty="0" smtClean="0"/>
              <a:t>",</a:t>
            </a:r>
          </a:p>
          <a:p>
            <a:pPr marL="0" indent="0">
              <a:buNone/>
            </a:pPr>
            <a:r>
              <a:rPr lang="es-ES" sz="2000" dirty="0"/>
              <a:t>	</a:t>
            </a:r>
            <a:r>
              <a:rPr lang="es-ES" sz="2000" dirty="0" smtClean="0"/>
              <a:t>cantidad</a:t>
            </a:r>
            <a:r>
              <a:rPr lang="es-ES" sz="2000" dirty="0"/>
              <a:t>: 30,</a:t>
            </a:r>
          </a:p>
          <a:p>
            <a:pPr marL="0" indent="0">
              <a:buNone/>
            </a:pPr>
            <a:r>
              <a:rPr lang="es-ES" sz="2000" dirty="0"/>
              <a:t>	</a:t>
            </a:r>
            <a:r>
              <a:rPr lang="es-ES" sz="2000" dirty="0" smtClean="0"/>
              <a:t>precio</a:t>
            </a:r>
            <a:r>
              <a:rPr lang="es-ES" sz="2000" dirty="0"/>
              <a:t>: 3000</a:t>
            </a:r>
          </a:p>
          <a:p>
            <a:pPr marL="0" indent="0">
              <a:buNone/>
            </a:pPr>
            <a:r>
              <a:rPr lang="es-ES" sz="2000" dirty="0" smtClean="0"/>
              <a:t>	},</a:t>
            </a:r>
            <a:endParaRPr lang="es-ES" sz="2000" dirty="0"/>
          </a:p>
          <a:p>
            <a:pPr marL="0" indent="0">
              <a:buNone/>
            </a:pPr>
            <a:r>
              <a:rPr lang="es-ES" sz="2000" dirty="0" smtClean="0"/>
              <a:t> 	{</a:t>
            </a:r>
            <a:r>
              <a:rPr lang="es-ES" sz="2000" dirty="0" err="1" smtClean="0"/>
              <a:t>nombre:"silla</a:t>
            </a:r>
            <a:r>
              <a:rPr lang="es-ES" sz="2000" dirty="0" smtClean="0"/>
              <a:t>",</a:t>
            </a:r>
          </a:p>
          <a:p>
            <a:pPr marL="0" indent="0">
              <a:buNone/>
            </a:pPr>
            <a:r>
              <a:rPr lang="es-ES" sz="2000" dirty="0"/>
              <a:t>	</a:t>
            </a:r>
            <a:r>
              <a:rPr lang="es-ES" sz="2000" dirty="0" smtClean="0"/>
              <a:t>cantidad:100,</a:t>
            </a:r>
          </a:p>
          <a:p>
            <a:pPr marL="0" indent="0">
              <a:buNone/>
            </a:pPr>
            <a:r>
              <a:rPr lang="es-ES" sz="2000" dirty="0"/>
              <a:t>	</a:t>
            </a:r>
            <a:r>
              <a:rPr lang="es-ES" sz="2000" dirty="0" smtClean="0"/>
              <a:t>precio:500</a:t>
            </a:r>
            <a:endParaRPr lang="es-ES" sz="2000" dirty="0"/>
          </a:p>
          <a:p>
            <a:pPr marL="0" indent="0">
              <a:buNone/>
            </a:pPr>
            <a:r>
              <a:rPr lang="es-ES" sz="2000" dirty="0"/>
              <a:t>	</a:t>
            </a:r>
            <a:r>
              <a:rPr lang="es-ES" sz="2000" dirty="0" smtClean="0"/>
              <a:t> </a:t>
            </a:r>
            <a:r>
              <a:rPr lang="es-ES" sz="2000" dirty="0"/>
              <a:t>}</a:t>
            </a:r>
          </a:p>
          <a:p>
            <a:pPr marL="0" indent="0">
              <a:buNone/>
            </a:pPr>
            <a:r>
              <a:rPr lang="es-ES" sz="2000" dirty="0" smtClean="0"/>
              <a:t>])</a:t>
            </a:r>
            <a:endParaRPr lang="es-AR" sz="2000" dirty="0"/>
          </a:p>
        </p:txBody>
      </p:sp>
    </p:spTree>
    <p:extLst>
      <p:ext uri="{BB962C8B-B14F-4D97-AF65-F5344CB8AC3E}">
        <p14:creationId xmlns:p14="http://schemas.microsoft.com/office/powerpoint/2010/main" val="355854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51720" y="2564904"/>
            <a:ext cx="6589200" cy="1280890"/>
          </a:xfrm>
        </p:spPr>
        <p:txBody>
          <a:bodyPr/>
          <a:lstStyle/>
          <a:p>
            <a:r>
              <a:rPr lang="es-ES" dirty="0" smtClean="0"/>
              <a:t>COMANDO FIND()</a:t>
            </a:r>
            <a:endParaRPr lang="es-AR" dirty="0"/>
          </a:p>
        </p:txBody>
      </p:sp>
    </p:spTree>
    <p:extLst>
      <p:ext uri="{BB962C8B-B14F-4D97-AF65-F5344CB8AC3E}">
        <p14:creationId xmlns:p14="http://schemas.microsoft.com/office/powerpoint/2010/main" val="3791629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Consultar documentos insertados</a:t>
            </a:r>
            <a:endParaRPr lang="es-AR" dirty="0"/>
          </a:p>
        </p:txBody>
      </p:sp>
      <p:sp>
        <p:nvSpPr>
          <p:cNvPr id="3" name="Marcador de contenido 2"/>
          <p:cNvSpPr>
            <a:spLocks noGrp="1"/>
          </p:cNvSpPr>
          <p:nvPr>
            <p:ph idx="1"/>
          </p:nvPr>
        </p:nvSpPr>
        <p:spPr/>
        <p:txBody>
          <a:bodyPr/>
          <a:lstStyle/>
          <a:p>
            <a:pPr marL="0" indent="0">
              <a:buNone/>
            </a:pPr>
            <a:r>
              <a:rPr lang="es-ES" dirty="0" smtClean="0"/>
              <a:t>El comando </a:t>
            </a:r>
            <a:r>
              <a:rPr lang="es-ES" dirty="0" err="1" smtClean="0"/>
              <a:t>Find</a:t>
            </a:r>
            <a:r>
              <a:rPr lang="es-ES" dirty="0" smtClean="0"/>
              <a:t> se utiliza para mostrar los documentos de una colección, es el equivalente al </a:t>
            </a:r>
            <a:r>
              <a:rPr lang="es-ES" dirty="0" err="1" smtClean="0"/>
              <a:t>select</a:t>
            </a:r>
            <a:r>
              <a:rPr lang="es-ES" dirty="0" smtClean="0"/>
              <a:t> de </a:t>
            </a:r>
            <a:r>
              <a:rPr lang="es-ES" dirty="0" smtClean="0"/>
              <a:t>SQL</a:t>
            </a:r>
            <a:r>
              <a:rPr lang="es-ES" dirty="0" smtClean="0"/>
              <a:t>, </a:t>
            </a:r>
            <a:r>
              <a:rPr lang="es-ES" dirty="0" smtClean="0"/>
              <a:t>y la estructura es la siguiente:</a:t>
            </a:r>
          </a:p>
          <a:p>
            <a:pPr marL="0" indent="0">
              <a:buNone/>
            </a:pPr>
            <a:endParaRPr lang="es-ES" dirty="0" smtClean="0"/>
          </a:p>
          <a:p>
            <a:pPr marL="0" indent="0">
              <a:buNone/>
            </a:pPr>
            <a:r>
              <a:rPr lang="es-ES" dirty="0" err="1" smtClean="0"/>
              <a:t>Db.NombreColeccion.find</a:t>
            </a:r>
            <a:r>
              <a:rPr lang="es-ES" dirty="0" smtClean="0"/>
              <a:t>()</a:t>
            </a:r>
            <a:endParaRPr lang="es-ES" dirty="0"/>
          </a:p>
          <a:p>
            <a:pPr marL="0" indent="0">
              <a:buNone/>
            </a:pPr>
            <a:endParaRPr lang="es-AR" dirty="0"/>
          </a:p>
        </p:txBody>
      </p:sp>
    </p:spTree>
    <p:extLst>
      <p:ext uri="{BB962C8B-B14F-4D97-AF65-F5344CB8AC3E}">
        <p14:creationId xmlns:p14="http://schemas.microsoft.com/office/powerpoint/2010/main" val="847082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Actualizar documentos</a:t>
            </a:r>
            <a:endParaRPr lang="es-AR" dirty="0"/>
          </a:p>
        </p:txBody>
      </p:sp>
      <p:sp>
        <p:nvSpPr>
          <p:cNvPr id="3" name="Marcador de contenido 2"/>
          <p:cNvSpPr>
            <a:spLocks noGrp="1"/>
          </p:cNvSpPr>
          <p:nvPr>
            <p:ph idx="1"/>
          </p:nvPr>
        </p:nvSpPr>
        <p:spPr>
          <a:xfrm>
            <a:off x="2195736" y="1772816"/>
            <a:ext cx="6591985" cy="4752528"/>
          </a:xfrm>
        </p:spPr>
        <p:txBody>
          <a:bodyPr/>
          <a:lstStyle/>
          <a:p>
            <a:pPr marL="0" indent="0">
              <a:buNone/>
            </a:pPr>
            <a:r>
              <a:rPr lang="es-ES" dirty="0" smtClean="0"/>
              <a:t>Paso los siguientes parámetros:</a:t>
            </a:r>
          </a:p>
          <a:p>
            <a:pPr marL="0" indent="0">
              <a:buNone/>
            </a:pPr>
            <a:r>
              <a:rPr lang="es-ES" dirty="0" smtClean="0"/>
              <a:t>El par valor al que se desea hacer la modificación como primer parámetro y </a:t>
            </a:r>
            <a:r>
              <a:rPr lang="es-ES" dirty="0" err="1" smtClean="0"/>
              <a:t>setear</a:t>
            </a:r>
            <a:r>
              <a:rPr lang="es-ES" dirty="0" smtClean="0"/>
              <a:t> el nuevo valor como segundo parámetro</a:t>
            </a:r>
          </a:p>
          <a:p>
            <a:pPr marL="0" indent="0">
              <a:buNone/>
            </a:pPr>
            <a:r>
              <a:rPr lang="es-ES" dirty="0" err="1" smtClean="0"/>
              <a:t>Db.NombreColeccion.update</a:t>
            </a:r>
            <a:r>
              <a:rPr lang="es-ES" dirty="0" smtClean="0"/>
              <a:t>(</a:t>
            </a:r>
          </a:p>
          <a:p>
            <a:pPr marL="0" indent="0">
              <a:buNone/>
            </a:pPr>
            <a:r>
              <a:rPr lang="es-ES" dirty="0" smtClean="0"/>
              <a:t>{</a:t>
            </a:r>
            <a:r>
              <a:rPr lang="es-ES" dirty="0" err="1" smtClean="0"/>
              <a:t>nombre:”valor</a:t>
            </a:r>
            <a:r>
              <a:rPr lang="es-ES" dirty="0" smtClean="0"/>
              <a:t>}, </a:t>
            </a:r>
            <a:r>
              <a:rPr lang="es-ES" b="1" dirty="0" smtClean="0">
                <a:solidFill>
                  <a:srgbClr val="C00000"/>
                </a:solidFill>
              </a:rPr>
              <a:t>(PARÁMETRO 1)</a:t>
            </a:r>
          </a:p>
          <a:p>
            <a:pPr marL="0" indent="0">
              <a:buNone/>
            </a:pPr>
            <a:r>
              <a:rPr lang="es-ES" dirty="0" smtClean="0"/>
              <a:t>{$set:{cantidad:10} </a:t>
            </a:r>
            <a:r>
              <a:rPr lang="es-ES" b="1" dirty="0" smtClean="0">
                <a:solidFill>
                  <a:srgbClr val="C00000"/>
                </a:solidFill>
              </a:rPr>
              <a:t>(PARÁMETRO2)</a:t>
            </a:r>
          </a:p>
          <a:p>
            <a:pPr marL="0" indent="0">
              <a:buNone/>
            </a:pPr>
            <a:r>
              <a:rPr lang="es-ES" dirty="0" smtClean="0"/>
              <a:t>})</a:t>
            </a:r>
            <a:endParaRPr lang="es-AR" dirty="0"/>
          </a:p>
        </p:txBody>
      </p:sp>
    </p:spTree>
    <p:extLst>
      <p:ext uri="{BB962C8B-B14F-4D97-AF65-F5344CB8AC3E}">
        <p14:creationId xmlns:p14="http://schemas.microsoft.com/office/powerpoint/2010/main" val="2085787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ACTUALIZAR VARIOS DOCUMENTOS</a:t>
            </a:r>
            <a:endParaRPr lang="es-AR" dirty="0"/>
          </a:p>
        </p:txBody>
      </p:sp>
      <p:sp>
        <p:nvSpPr>
          <p:cNvPr id="3" name="Marcador de contenido 2"/>
          <p:cNvSpPr>
            <a:spLocks noGrp="1"/>
          </p:cNvSpPr>
          <p:nvPr>
            <p:ph idx="1"/>
          </p:nvPr>
        </p:nvSpPr>
        <p:spPr>
          <a:xfrm>
            <a:off x="1115617" y="2060848"/>
            <a:ext cx="7418784" cy="3850374"/>
          </a:xfrm>
        </p:spPr>
        <p:txBody>
          <a:bodyPr>
            <a:normAutofit fontScale="92500" lnSpcReduction="10000"/>
          </a:bodyPr>
          <a:lstStyle/>
          <a:p>
            <a:pPr marL="0" indent="0">
              <a:buNone/>
            </a:pPr>
            <a:r>
              <a:rPr lang="es-ES" dirty="0" smtClean="0"/>
              <a:t>El comando anterior, con los dos parámetros afecta solo un documento, pero si al filtrar tengo más de un documento al que se le desea </a:t>
            </a:r>
            <a:r>
              <a:rPr lang="es-ES" dirty="0" err="1" smtClean="0"/>
              <a:t>setear</a:t>
            </a:r>
            <a:r>
              <a:rPr lang="es-ES" dirty="0" smtClean="0"/>
              <a:t> su valor, se pasa un tercer parámetro:</a:t>
            </a:r>
          </a:p>
          <a:p>
            <a:pPr marL="0" indent="0">
              <a:buNone/>
            </a:pPr>
            <a:r>
              <a:rPr lang="es-ES" dirty="0" smtClean="0"/>
              <a:t>			{</a:t>
            </a:r>
            <a:r>
              <a:rPr lang="es-ES" dirty="0" err="1" smtClean="0"/>
              <a:t>multi:true</a:t>
            </a:r>
            <a:r>
              <a:rPr lang="es-ES" dirty="0" smtClean="0"/>
              <a:t>}</a:t>
            </a:r>
          </a:p>
          <a:p>
            <a:pPr marL="0" indent="0">
              <a:buNone/>
            </a:pPr>
            <a:endParaRPr lang="es-ES" dirty="0"/>
          </a:p>
          <a:p>
            <a:pPr marL="0" indent="0">
              <a:buNone/>
            </a:pPr>
            <a:r>
              <a:rPr lang="es-ES" dirty="0" smtClean="0"/>
              <a:t>Quedaría de la siguiente manera:</a:t>
            </a:r>
          </a:p>
          <a:p>
            <a:pPr marL="0" indent="0">
              <a:buNone/>
            </a:pPr>
            <a:r>
              <a:rPr lang="es-ES" dirty="0" err="1"/>
              <a:t>Db.NombreColeccion.update</a:t>
            </a:r>
            <a:r>
              <a:rPr lang="es-ES" dirty="0"/>
              <a:t>(</a:t>
            </a:r>
          </a:p>
          <a:p>
            <a:pPr marL="0" indent="0">
              <a:buNone/>
            </a:pPr>
            <a:r>
              <a:rPr lang="es-ES" dirty="0"/>
              <a:t>{</a:t>
            </a:r>
            <a:r>
              <a:rPr lang="es-ES" dirty="0" err="1"/>
              <a:t>nombre:”valor</a:t>
            </a:r>
            <a:r>
              <a:rPr lang="es-ES" dirty="0"/>
              <a:t>}, </a:t>
            </a:r>
            <a:r>
              <a:rPr lang="es-ES" b="1" dirty="0">
                <a:solidFill>
                  <a:srgbClr val="C00000"/>
                </a:solidFill>
              </a:rPr>
              <a:t>(PARÁMETRO 1)</a:t>
            </a:r>
          </a:p>
          <a:p>
            <a:pPr marL="0" indent="0">
              <a:buNone/>
            </a:pPr>
            <a:r>
              <a:rPr lang="es-ES" dirty="0"/>
              <a:t>{$set:{cantidad:10</a:t>
            </a:r>
            <a:r>
              <a:rPr lang="es-ES" dirty="0" smtClean="0"/>
              <a:t>}},</a:t>
            </a:r>
            <a:r>
              <a:rPr lang="es-ES" b="1" dirty="0" smtClean="0">
                <a:solidFill>
                  <a:srgbClr val="C00000"/>
                </a:solidFill>
              </a:rPr>
              <a:t>(</a:t>
            </a:r>
            <a:r>
              <a:rPr lang="es-ES" b="1" dirty="0">
                <a:solidFill>
                  <a:srgbClr val="C00000"/>
                </a:solidFill>
              </a:rPr>
              <a:t>PARÁMETRO2</a:t>
            </a:r>
            <a:r>
              <a:rPr lang="es-ES" b="1" dirty="0" smtClean="0">
                <a:solidFill>
                  <a:srgbClr val="C00000"/>
                </a:solidFill>
              </a:rPr>
              <a:t>)</a:t>
            </a:r>
          </a:p>
          <a:p>
            <a:pPr marL="0" indent="0">
              <a:buNone/>
            </a:pPr>
            <a:r>
              <a:rPr lang="es-ES" dirty="0"/>
              <a:t>{</a:t>
            </a:r>
            <a:r>
              <a:rPr lang="es-ES" dirty="0" err="1" smtClean="0"/>
              <a:t>multi:true</a:t>
            </a:r>
            <a:r>
              <a:rPr lang="es-ES" dirty="0" smtClean="0"/>
              <a:t>}</a:t>
            </a:r>
            <a:r>
              <a:rPr lang="es-ES" b="1" dirty="0">
                <a:solidFill>
                  <a:srgbClr val="C00000"/>
                </a:solidFill>
              </a:rPr>
              <a:t> </a:t>
            </a:r>
            <a:r>
              <a:rPr lang="es-ES" b="1" dirty="0" smtClean="0">
                <a:solidFill>
                  <a:srgbClr val="C00000"/>
                </a:solidFill>
              </a:rPr>
              <a:t>(PARÁMETRO2)</a:t>
            </a:r>
            <a:endParaRPr lang="es-ES" b="1" dirty="0">
              <a:solidFill>
                <a:srgbClr val="C00000"/>
              </a:solidFill>
            </a:endParaRPr>
          </a:p>
          <a:p>
            <a:pPr marL="0" indent="0">
              <a:buNone/>
            </a:pPr>
            <a:r>
              <a:rPr lang="es-ES" dirty="0"/>
              <a:t>})</a:t>
            </a:r>
            <a:endParaRPr lang="es-AR" dirty="0"/>
          </a:p>
          <a:p>
            <a:pPr marL="0" indent="0">
              <a:buNone/>
            </a:pPr>
            <a:endParaRPr lang="es-ES" dirty="0" smtClean="0"/>
          </a:p>
          <a:p>
            <a:pPr marL="0" indent="0">
              <a:buNone/>
            </a:pPr>
            <a:endParaRPr lang="es-AR" dirty="0"/>
          </a:p>
        </p:txBody>
      </p:sp>
    </p:spTree>
    <p:extLst>
      <p:ext uri="{BB962C8B-B14F-4D97-AF65-F5344CB8AC3E}">
        <p14:creationId xmlns:p14="http://schemas.microsoft.com/office/powerpoint/2010/main" val="933222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Así quedaría la estructura</a:t>
            </a:r>
            <a:endParaRPr lang="es-AR" dirty="0"/>
          </a:p>
        </p:txBody>
      </p:sp>
      <p:sp>
        <p:nvSpPr>
          <p:cNvPr id="3" name="Marcador de contenido 2"/>
          <p:cNvSpPr>
            <a:spLocks noGrp="1"/>
          </p:cNvSpPr>
          <p:nvPr>
            <p:ph idx="1"/>
          </p:nvPr>
        </p:nvSpPr>
        <p:spPr/>
        <p:txBody>
          <a:bodyPr/>
          <a:lstStyle/>
          <a:p>
            <a:pPr marL="0" indent="0">
              <a:buNone/>
            </a:pPr>
            <a:r>
              <a:rPr lang="es-ES" dirty="0" err="1"/>
              <a:t>Db.NombreColeccion.update</a:t>
            </a:r>
            <a:r>
              <a:rPr lang="es-ES" dirty="0"/>
              <a:t>(</a:t>
            </a:r>
          </a:p>
          <a:p>
            <a:pPr marL="0" indent="0">
              <a:buNone/>
            </a:pPr>
            <a:r>
              <a:rPr lang="es-ES" dirty="0"/>
              <a:t>{</a:t>
            </a:r>
            <a:r>
              <a:rPr lang="es-ES" dirty="0" err="1"/>
              <a:t>nombre:”valor</a:t>
            </a:r>
            <a:r>
              <a:rPr lang="es-ES" dirty="0"/>
              <a:t>}, </a:t>
            </a:r>
            <a:r>
              <a:rPr lang="es-ES" b="1" dirty="0">
                <a:solidFill>
                  <a:srgbClr val="C00000"/>
                </a:solidFill>
              </a:rPr>
              <a:t>(PARÁMETRO 1)</a:t>
            </a:r>
          </a:p>
          <a:p>
            <a:pPr marL="0" indent="0">
              <a:buNone/>
            </a:pPr>
            <a:r>
              <a:rPr lang="es-ES" dirty="0"/>
              <a:t>{$set:{cantidad:10}},</a:t>
            </a:r>
            <a:r>
              <a:rPr lang="es-ES" b="1" dirty="0">
                <a:solidFill>
                  <a:srgbClr val="C00000"/>
                </a:solidFill>
              </a:rPr>
              <a:t>(PARÁMETRO2)</a:t>
            </a:r>
          </a:p>
          <a:p>
            <a:pPr marL="0" indent="0">
              <a:buNone/>
            </a:pPr>
            <a:r>
              <a:rPr lang="es-ES" dirty="0"/>
              <a:t>{</a:t>
            </a:r>
            <a:r>
              <a:rPr lang="es-ES" dirty="0" err="1"/>
              <a:t>multi:true</a:t>
            </a:r>
            <a:r>
              <a:rPr lang="es-ES" dirty="0"/>
              <a:t>}</a:t>
            </a:r>
            <a:r>
              <a:rPr lang="es-ES" b="1" dirty="0">
                <a:solidFill>
                  <a:srgbClr val="C00000"/>
                </a:solidFill>
              </a:rPr>
              <a:t> (</a:t>
            </a:r>
            <a:r>
              <a:rPr lang="es-ES" b="1" dirty="0" smtClean="0">
                <a:solidFill>
                  <a:srgbClr val="C00000"/>
                </a:solidFill>
              </a:rPr>
              <a:t>PARÁMETRO3)</a:t>
            </a:r>
            <a:endParaRPr lang="es-ES" b="1" dirty="0">
              <a:solidFill>
                <a:srgbClr val="C00000"/>
              </a:solidFill>
            </a:endParaRPr>
          </a:p>
          <a:p>
            <a:pPr marL="0" indent="0">
              <a:buNone/>
            </a:pPr>
            <a:r>
              <a:rPr lang="es-ES" dirty="0"/>
              <a:t>})</a:t>
            </a:r>
            <a:endParaRPr lang="es-AR" dirty="0"/>
          </a:p>
          <a:p>
            <a:pPr marL="0" indent="0">
              <a:buNone/>
            </a:pPr>
            <a:endParaRPr lang="es-AR" dirty="0"/>
          </a:p>
        </p:txBody>
      </p:sp>
    </p:spTree>
    <p:extLst>
      <p:ext uri="{BB962C8B-B14F-4D97-AF65-F5344CB8AC3E}">
        <p14:creationId xmlns:p14="http://schemas.microsoft.com/office/powerpoint/2010/main" val="3583284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a:t>
            </a:r>
            <a:endParaRPr lang="es-AR" dirty="0"/>
          </a:p>
        </p:txBody>
      </p:sp>
      <p:sp>
        <p:nvSpPr>
          <p:cNvPr id="3" name="Marcador de contenido 2"/>
          <p:cNvSpPr>
            <a:spLocks noGrp="1"/>
          </p:cNvSpPr>
          <p:nvPr>
            <p:ph idx="1"/>
          </p:nvPr>
        </p:nvSpPr>
        <p:spPr>
          <a:xfrm>
            <a:off x="3059831" y="1484784"/>
            <a:ext cx="5474569" cy="4426438"/>
          </a:xfrm>
        </p:spPr>
        <p:txBody>
          <a:bodyPr/>
          <a:lstStyle/>
          <a:p>
            <a:pPr marL="0" indent="0">
              <a:buNone/>
            </a:pPr>
            <a:endParaRPr lang="es-ES" dirty="0" smtClean="0"/>
          </a:p>
          <a:p>
            <a:pPr marL="0" indent="0">
              <a:buNone/>
            </a:pPr>
            <a:r>
              <a:rPr lang="es-ES" sz="3600" dirty="0" err="1" smtClean="0"/>
              <a:t>Db.Productos.update</a:t>
            </a:r>
            <a:r>
              <a:rPr lang="es-ES" sz="3600" dirty="0"/>
              <a:t>(</a:t>
            </a:r>
          </a:p>
          <a:p>
            <a:pPr marL="0" indent="0">
              <a:buNone/>
            </a:pPr>
            <a:r>
              <a:rPr lang="es-ES" sz="3600" dirty="0"/>
              <a:t>{</a:t>
            </a:r>
            <a:r>
              <a:rPr lang="es-ES" sz="3600" dirty="0" err="1" smtClean="0"/>
              <a:t>nombre:”mesa</a:t>
            </a:r>
            <a:r>
              <a:rPr lang="es-ES" sz="3600" dirty="0" smtClean="0"/>
              <a:t>”},</a:t>
            </a:r>
          </a:p>
          <a:p>
            <a:pPr marL="0" indent="0">
              <a:buNone/>
            </a:pPr>
            <a:r>
              <a:rPr lang="es-ES" sz="3600" dirty="0" smtClean="0"/>
              <a:t> {$</a:t>
            </a:r>
            <a:r>
              <a:rPr lang="es-ES" sz="3600" dirty="0"/>
              <a:t>set:{</a:t>
            </a:r>
            <a:r>
              <a:rPr lang="es-ES" sz="3600" dirty="0" smtClean="0"/>
              <a:t>cantidad:5}},</a:t>
            </a:r>
            <a:endParaRPr lang="es-ES" sz="3600" b="1" dirty="0">
              <a:solidFill>
                <a:srgbClr val="C00000"/>
              </a:solidFill>
            </a:endParaRPr>
          </a:p>
          <a:p>
            <a:pPr marL="0" indent="0">
              <a:buNone/>
            </a:pPr>
            <a:r>
              <a:rPr lang="es-ES" sz="3600" dirty="0"/>
              <a:t>{</a:t>
            </a:r>
            <a:r>
              <a:rPr lang="es-ES" sz="3600" dirty="0" err="1"/>
              <a:t>multi:true</a:t>
            </a:r>
            <a:r>
              <a:rPr lang="es-ES" sz="3600" dirty="0" smtClean="0"/>
              <a:t>}</a:t>
            </a:r>
            <a:endParaRPr lang="es-ES" sz="3600" b="1" dirty="0">
              <a:solidFill>
                <a:srgbClr val="C00000"/>
              </a:solidFill>
            </a:endParaRPr>
          </a:p>
          <a:p>
            <a:pPr marL="0" indent="0">
              <a:buNone/>
            </a:pPr>
            <a:r>
              <a:rPr lang="es-ES" sz="3600" dirty="0"/>
              <a:t>})</a:t>
            </a:r>
            <a:endParaRPr lang="es-AR" sz="3600" dirty="0"/>
          </a:p>
          <a:p>
            <a:pPr marL="0" indent="0">
              <a:buNone/>
            </a:pPr>
            <a:endParaRPr lang="es-AR" dirty="0"/>
          </a:p>
        </p:txBody>
      </p:sp>
    </p:spTree>
    <p:extLst>
      <p:ext uri="{BB962C8B-B14F-4D97-AF65-F5344CB8AC3E}">
        <p14:creationId xmlns:p14="http://schemas.microsoft.com/office/powerpoint/2010/main" val="1592558410"/>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852</TotalTime>
  <Words>529</Words>
  <Application>Microsoft Office PowerPoint</Application>
  <PresentationFormat>Presentación en pantalla (4:3)</PresentationFormat>
  <Paragraphs>118</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Arial</vt:lpstr>
      <vt:lpstr>Century Gothic</vt:lpstr>
      <vt:lpstr>Wingdings 3</vt:lpstr>
      <vt:lpstr>Espiral</vt:lpstr>
      <vt:lpstr>BASE DE DATOS II NO SQL</vt:lpstr>
      <vt:lpstr>BASES DE DATOS SQL Y NO SQL (RELACIONALES Y NO RELACIONALES)</vt:lpstr>
      <vt:lpstr> </vt:lpstr>
      <vt:lpstr>     Que tipos de datos puede almacenar un JSON? </vt:lpstr>
      <vt:lpstr>Colecciones</vt:lpstr>
      <vt:lpstr>DOCUMENTOS</vt:lpstr>
      <vt:lpstr>PARES-VALOR</vt:lpstr>
      <vt:lpstr>COMANDOS MONGODB</vt:lpstr>
      <vt:lpstr>SQL Y NO SQL</vt:lpstr>
      <vt:lpstr>Crear una colección de manera explícita</vt:lpstr>
      <vt:lpstr>Insertar documentos:</vt:lpstr>
      <vt:lpstr>Eliminar colección</vt:lpstr>
      <vt:lpstr>Eliminar documeto</vt:lpstr>
      <vt:lpstr>Insertar dos documentos en la colección Productos: </vt:lpstr>
      <vt:lpstr>COMANDO FIND()</vt:lpstr>
      <vt:lpstr>Consultar documentos insertados</vt:lpstr>
      <vt:lpstr>Actualizar documentos</vt:lpstr>
      <vt:lpstr>ACTUALIZAR VARIOS DOCUMENTOS</vt:lpstr>
      <vt:lpstr>Así quedaría la estructura</vt:lpstr>
      <vt:lpstr>Ejemplo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Stored procedure: Actualizar stock</dc:title>
  <dc:creator>Usuario</dc:creator>
  <cp:lastModifiedBy>M.Fernanda Cortés</cp:lastModifiedBy>
  <cp:revision>38</cp:revision>
  <dcterms:created xsi:type="dcterms:W3CDTF">2019-04-11T04:36:19Z</dcterms:created>
  <dcterms:modified xsi:type="dcterms:W3CDTF">2019-10-21T14:13:03Z</dcterms:modified>
</cp:coreProperties>
</file>